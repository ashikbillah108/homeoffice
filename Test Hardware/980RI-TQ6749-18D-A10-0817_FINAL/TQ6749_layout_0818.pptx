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853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253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844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05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316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60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42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38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827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6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3686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599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5003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932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930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1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C9E2F-3C6A-45EB-AEB6-80D4AE78BEA3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47A251F-D50D-4DB1-BFD4-B612D2E78E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9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Layout 0818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By Ricky 08/13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605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Scan chain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Scan chain </a:t>
            </a:r>
            <a:r>
              <a:rPr lang="en-US" altLang="zh-TW" dirty="0" err="1" smtClean="0"/>
              <a:t>eqlength</a:t>
            </a:r>
            <a:r>
              <a:rPr lang="en-US" altLang="zh-TW" dirty="0" smtClean="0"/>
              <a:t> is total length equal, but not segment equal</a:t>
            </a:r>
          </a:p>
          <a:p>
            <a:r>
              <a:rPr lang="en-US" altLang="zh-TW" dirty="0" smtClean="0"/>
              <a:t>Keep the S*_XXX_S*&amp;</a:t>
            </a:r>
            <a:r>
              <a:rPr lang="en-US" altLang="zh-TW" dirty="0"/>
              <a:t> S*_</a:t>
            </a:r>
            <a:r>
              <a:rPr lang="en-US" altLang="zh-TW" dirty="0" smtClean="0"/>
              <a:t>XXX_S as short as possible</a:t>
            </a:r>
          </a:p>
          <a:p>
            <a:pPr marL="0" indent="0">
              <a:buNone/>
            </a:pPr>
            <a:r>
              <a:rPr lang="en-US" altLang="zh-TW" dirty="0" smtClean="0"/>
              <a:t>, then tune the </a:t>
            </a:r>
            <a:r>
              <a:rPr lang="en-US" altLang="zh-TW" dirty="0" err="1" smtClean="0"/>
              <a:t>eqlength</a:t>
            </a:r>
            <a:r>
              <a:rPr lang="en-US" altLang="zh-TW" dirty="0" smtClean="0"/>
              <a:t> by DIO segment to feet total length equal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69" y="3643924"/>
            <a:ext cx="7821116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75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scan chain/ scan chain force </a:t>
            </a:r>
            <a:r>
              <a:rPr lang="en-US" altLang="zh-TW" dirty="0"/>
              <a:t>should trace on GPG layer</a:t>
            </a:r>
            <a:r>
              <a:rPr lang="zh-TW" altLang="en-US" dirty="0"/>
              <a:t>，</a:t>
            </a:r>
            <a:r>
              <a:rPr lang="en-US" altLang="zh-TW" dirty="0"/>
              <a:t>can't trace on GPPG layer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can't use L11,12/14,15/17,18/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121" y="3801103"/>
            <a:ext cx="2132241" cy="88139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859" y="3246357"/>
            <a:ext cx="3862609" cy="301218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513" y="3721241"/>
            <a:ext cx="2295845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7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route of VCOM/NEG is reversed ,K31 should </a:t>
            </a:r>
            <a:r>
              <a:rPr lang="en-US" altLang="zh-TW" dirty="0"/>
              <a:t>be the goal </a:t>
            </a:r>
            <a:r>
              <a:rPr lang="en-US" altLang="zh-TW" dirty="0"/>
              <a:t> </a:t>
            </a:r>
            <a:r>
              <a:rPr lang="en-US" altLang="zh-TW" dirty="0" smtClean="0">
                <a:solidFill>
                  <a:schemeClr val="accent4">
                    <a:lumMod val="75000"/>
                  </a:schemeClr>
                </a:solidFill>
              </a:rPr>
              <a:t>(purple trace)</a:t>
            </a:r>
            <a:endParaRPr lang="zh-TW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61503" y="1905000"/>
            <a:ext cx="8915400" cy="3777622"/>
          </a:xfrm>
        </p:spPr>
        <p:txBody>
          <a:bodyPr/>
          <a:lstStyle/>
          <a:p>
            <a:r>
              <a:rPr lang="en-US" altLang="zh-TW" dirty="0" smtClean="0"/>
              <a:t>When you tune the routing followed page 2</a:t>
            </a:r>
            <a:r>
              <a:rPr lang="zh-TW" altLang="en-US" dirty="0" smtClean="0"/>
              <a:t>，</a:t>
            </a:r>
            <a:r>
              <a:rPr lang="en-US" altLang="zh-TW" dirty="0" smtClean="0"/>
              <a:t>this question should be </a:t>
            </a:r>
            <a:r>
              <a:rPr lang="en-US" altLang="zh-TW" dirty="0"/>
              <a:t>solved naturally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1" y="2528465"/>
            <a:ext cx="5021408" cy="443504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818" y="4141334"/>
            <a:ext cx="7666182" cy="27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5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Scan chain force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Orange net are naming </a:t>
            </a:r>
            <a:r>
              <a:rPr lang="en-US" altLang="zh-TW" dirty="0" err="1" smtClean="0"/>
              <a:t>miss,please</a:t>
            </a:r>
            <a:r>
              <a:rPr lang="en-US" altLang="zh-TW" dirty="0" smtClean="0"/>
              <a:t> fix the length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457" y="2512972"/>
            <a:ext cx="3332002" cy="434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2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same question as scan </a:t>
            </a:r>
            <a:r>
              <a:rPr lang="en-US" altLang="zh-TW" dirty="0" err="1" smtClean="0"/>
              <a:t>cain</a:t>
            </a:r>
            <a:r>
              <a:rPr lang="en-US" altLang="zh-TW" dirty="0" smtClean="0"/>
              <a:t>(Y1</a:t>
            </a:r>
            <a:r>
              <a:rPr lang="en-US" altLang="zh-TW" dirty="0"/>
              <a:t> 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only </a:t>
            </a:r>
            <a:r>
              <a:rPr lang="en-US" altLang="zh-TW" dirty="0"/>
              <a:t>need to meet the total length equal requirement, and please let this length as short as possible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963493"/>
            <a:ext cx="4715533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5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TMU/TMU other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321" y="2189018"/>
            <a:ext cx="8915400" cy="3777622"/>
          </a:xfrm>
        </p:spPr>
        <p:txBody>
          <a:bodyPr/>
          <a:lstStyle/>
          <a:p>
            <a:r>
              <a:rPr lang="en-US" altLang="zh-TW" dirty="0" smtClean="0"/>
              <a:t>Checked, no problem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066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Please upload the trace width file</a:t>
            </a:r>
            <a:br>
              <a:rPr lang="en-US" altLang="zh-TW" dirty="0" smtClean="0"/>
            </a:br>
            <a:r>
              <a:rPr lang="en-US" altLang="zh-TW" dirty="0" smtClean="0"/>
              <a:t>(with Data)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So I can accord the file to check the width of trace, thx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9336958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45</TotalTime>
  <Words>163</Words>
  <Application>Microsoft Office PowerPoint</Application>
  <PresentationFormat>寬螢幕</PresentationFormat>
  <Paragraphs>18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微軟正黑體</vt:lpstr>
      <vt:lpstr>Arial</vt:lpstr>
      <vt:lpstr>Century Gothic</vt:lpstr>
      <vt:lpstr>Wingdings 3</vt:lpstr>
      <vt:lpstr>絲縷</vt:lpstr>
      <vt:lpstr>Layout 0818</vt:lpstr>
      <vt:lpstr>Scan chain</vt:lpstr>
      <vt:lpstr>scan chain/ scan chain force should trace on GPG layer，can't trace on GPPG layer</vt:lpstr>
      <vt:lpstr>route of VCOM/NEG is reversed ,K31 should be the goal  (purple trace)</vt:lpstr>
      <vt:lpstr>Scan chain force</vt:lpstr>
      <vt:lpstr>same question as scan cain(Y1 )</vt:lpstr>
      <vt:lpstr>TMU/TMU other</vt:lpstr>
      <vt:lpstr>Please upload the trace width file (with Data)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 modification TQ6749</dc:title>
  <dc:creator>Ricky Yang</dc:creator>
  <cp:lastModifiedBy>Ricky Yang</cp:lastModifiedBy>
  <cp:revision>4</cp:revision>
  <dcterms:created xsi:type="dcterms:W3CDTF">2026-08-13T09:17:38Z</dcterms:created>
  <dcterms:modified xsi:type="dcterms:W3CDTF">2026-08-18T03:37:30Z</dcterms:modified>
</cp:coreProperties>
</file>