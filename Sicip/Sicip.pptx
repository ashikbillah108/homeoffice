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4B3A-58D2-439E-9F8B-70F88AA9F0A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048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4B3A-58D2-439E-9F8B-70F88AA9F0A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93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4B3A-58D2-439E-9F8B-70F88AA9F0A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508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4B3A-58D2-439E-9F8B-70F88AA9F0A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8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4B3A-58D2-439E-9F8B-70F88AA9F0A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310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4B3A-58D2-439E-9F8B-70F88AA9F0A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75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4B3A-58D2-439E-9F8B-70F88AA9F0A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862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4B3A-58D2-439E-9F8B-70F88AA9F0A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944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4B3A-58D2-439E-9F8B-70F88AA9F0A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027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4B3A-58D2-439E-9F8B-70F88AA9F0A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03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4B3A-58D2-439E-9F8B-70F88AA9F0A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967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614B3A-58D2-439E-9F8B-70F88AA9F0A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5538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DD5B5-5F33-4F1F-93F6-0467E2AEC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04850"/>
            <a:ext cx="9144000" cy="604838"/>
          </a:xfrm>
        </p:spPr>
        <p:txBody>
          <a:bodyPr anchor="ctr">
            <a:normAutofit/>
          </a:bodyPr>
          <a:lstStyle/>
          <a:p>
            <a:r>
              <a:rPr lang="en-US" sz="3200" dirty="0"/>
              <a:t>Semiconductor Industry &amp; IC Testing Fundamentals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A26107-F1A2-4CEE-A0FA-113A05C9E9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2462" y="1988344"/>
            <a:ext cx="10891838" cy="847725"/>
          </a:xfrm>
        </p:spPr>
        <p:txBody>
          <a:bodyPr/>
          <a:lstStyle/>
          <a:p>
            <a:r>
              <a:rPr lang="en-US" dirty="0"/>
              <a:t>Understanding the Industry, IC Lifecycle, Manufacturing Flow &amp; Testing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F5AA70C-E366-448F-8BB6-009867DA42EB}"/>
              </a:ext>
            </a:extLst>
          </p:cNvPr>
          <p:cNvSpPr/>
          <p:nvPr/>
        </p:nvSpPr>
        <p:spPr>
          <a:xfrm>
            <a:off x="681040" y="2832497"/>
            <a:ext cx="1643063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Specification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5F8154-7389-46CC-A292-B288C2A6161A}"/>
              </a:ext>
            </a:extLst>
          </p:cNvPr>
          <p:cNvSpPr/>
          <p:nvPr/>
        </p:nvSpPr>
        <p:spPr>
          <a:xfrm>
            <a:off x="2588419" y="2828925"/>
            <a:ext cx="1194197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Design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9B1B468-DC20-4ECF-AD4D-BF6B044A334D}"/>
              </a:ext>
            </a:extLst>
          </p:cNvPr>
          <p:cNvSpPr/>
          <p:nvPr/>
        </p:nvSpPr>
        <p:spPr>
          <a:xfrm>
            <a:off x="4046932" y="2828925"/>
            <a:ext cx="2562225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Wafer Fabrication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56E8110-1593-4157-AF3A-83F22DF79524}"/>
              </a:ext>
            </a:extLst>
          </p:cNvPr>
          <p:cNvSpPr/>
          <p:nvPr/>
        </p:nvSpPr>
        <p:spPr>
          <a:xfrm>
            <a:off x="6873473" y="2836068"/>
            <a:ext cx="1743075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Wafer Sort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0CDAA11-CC7B-4DEC-8445-19D206CA32FB}"/>
              </a:ext>
            </a:extLst>
          </p:cNvPr>
          <p:cNvSpPr/>
          <p:nvPr/>
        </p:nvSpPr>
        <p:spPr>
          <a:xfrm>
            <a:off x="8880864" y="2836068"/>
            <a:ext cx="1743075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Assembly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C9AE609-894A-4B80-99D6-6FC4EE494704}"/>
              </a:ext>
            </a:extLst>
          </p:cNvPr>
          <p:cNvSpPr/>
          <p:nvPr/>
        </p:nvSpPr>
        <p:spPr>
          <a:xfrm>
            <a:off x="6491281" y="4021932"/>
            <a:ext cx="1743075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Package Test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EEEA8CE-7EA6-4A95-9B9A-88DE9C16DF28}"/>
              </a:ext>
            </a:extLst>
          </p:cNvPr>
          <p:cNvSpPr/>
          <p:nvPr/>
        </p:nvSpPr>
        <p:spPr>
          <a:xfrm>
            <a:off x="4352925" y="4021932"/>
            <a:ext cx="1743075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Test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C2B75A6-BAAF-4B54-B141-E59A9C4C80A6}"/>
              </a:ext>
            </a:extLst>
          </p:cNvPr>
          <p:cNvSpPr/>
          <p:nvPr/>
        </p:nvSpPr>
        <p:spPr>
          <a:xfrm>
            <a:off x="2313979" y="4021932"/>
            <a:ext cx="1743075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Shipment</a:t>
            </a:r>
          </a:p>
        </p:txBody>
      </p:sp>
    </p:spTree>
    <p:extLst>
      <p:ext uri="{BB962C8B-B14F-4D97-AF65-F5344CB8AC3E}">
        <p14:creationId xmlns:p14="http://schemas.microsoft.com/office/powerpoint/2010/main" val="4229587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A9EAF-B363-4228-ABF0-4786F63C0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FD410-57CC-4631-BD6D-DFAABD355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2200" y="3023411"/>
            <a:ext cx="9144000" cy="368141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Describe the semiconductor industry ecosystem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Explain Fabless, Foundry, IDM and OSAT business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Interpret the IC lifecycle from specification to production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Explain wafer fabrication and assembly 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Differentiate wafer sort, package test and final test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Explain the importance of IC testing, quality and reliability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Identify major semiconductor testing roles and career paths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634528-A0D7-4AAA-8479-3988419BA027}"/>
              </a:ext>
            </a:extLst>
          </p:cNvPr>
          <p:cNvSpPr txBox="1"/>
          <p:nvPr/>
        </p:nvSpPr>
        <p:spPr>
          <a:xfrm>
            <a:off x="838200" y="212621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By the end of this session, you will be able to:</a:t>
            </a:r>
          </a:p>
        </p:txBody>
      </p:sp>
    </p:spTree>
    <p:extLst>
      <p:ext uri="{BB962C8B-B14F-4D97-AF65-F5344CB8AC3E}">
        <p14:creationId xmlns:p14="http://schemas.microsoft.com/office/powerpoint/2010/main" val="2169876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01FF6-A2A5-4219-9B12-4A8724321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D5A7C-F42C-4AC9-8992-6A3DF29A1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827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912</TotalTime>
  <Words>100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Semiconductor Industry &amp; IC Testing Fundamentals</vt:lpstr>
      <vt:lpstr>Learning Objectives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Ashik-HomeOffice</dc:creator>
  <cp:lastModifiedBy>Ashik-HomeOffice</cp:lastModifiedBy>
  <cp:revision>5</cp:revision>
  <dcterms:created xsi:type="dcterms:W3CDTF">2026-09-04T13:17:13Z</dcterms:created>
  <dcterms:modified xsi:type="dcterms:W3CDTF">2026-09-05T04:29:44Z</dcterms:modified>
</cp:coreProperties>
</file>